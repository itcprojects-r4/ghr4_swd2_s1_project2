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E676"/>
                </a:solidFill>
              </a:rPr>
              <a:t>FUTBOLIO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8FAFC"/>
                </a:solidFill>
              </a:rPr>
              <a:t>The Ultimate Football Experience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27432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DEPI Final Project Presentation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June 2025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676"/>
                </a:solidFill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463040"/>
            <a:ext cx="320040" cy="320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Project Overview &amp; Motivation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320040" cy="320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1920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System Architecture &amp; Tech Stack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377440"/>
            <a:ext cx="320040" cy="320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Core Pages &amp; Features Walkthrough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2834640"/>
            <a:ext cx="320040" cy="320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Data Visualization &amp; Charts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3291840"/>
            <a:ext cx="320040" cy="320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AI Chatbot Integration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3749040"/>
            <a:ext cx="320040" cy="320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Challenges &amp; Solutions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206240"/>
            <a:ext cx="320040" cy="320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4206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Caching &amp; Fallback System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4400" y="4663440"/>
            <a:ext cx="320040" cy="320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Project Structure &amp; Code Quality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4400" y="5120640"/>
            <a:ext cx="320040" cy="320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120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5120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Team Members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14400" y="5577840"/>
            <a:ext cx="320040" cy="320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577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63040" y="5577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Live Demo &amp; Q&amp;A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FUTBOLIO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DEPI Final Project 2025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676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What is Futbolio?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A modern, responsive web application designed for football enthusiasts worldwide.</a:t>
            </a:r>
            <a:endParaRPr lang="en-US" sz="15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Provides real-time match scores, league standings, detailed team &amp; player statistics.</a:t>
            </a:r>
            <a:endParaRPr lang="en-US" sz="15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Features advanced data visualization (charts, radar diagrams) for in-depth analysis.</a:t>
            </a:r>
            <a:endParaRPr lang="en-US" sz="15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Integrates an AI-powered chatbot (Futbolio AI) to answer football questions instantly.</a:t>
            </a:r>
            <a:endParaRPr lang="en-US" sz="15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Covers 25+ leagues globally including EPL, La Liga, Serie A, Bundesliga, UCL, and the Egyptian Premier League.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13716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10 Pages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Fully designed and functional, each with a unique purpose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27432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880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25+ Leagues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Covering the biggest domestic and international competitions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41148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4251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</a:rPr>
              <a:t>AI Chatbot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0" y="4709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Groq-powered LLaMA 3.3 model for real-time Q&amp;A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FUTBOLIO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DEPI Final Project 2025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676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182880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React + Vite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(Frontend)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347472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3474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API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(Axios + Cache)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74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API-Sports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(Football Data)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347472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3474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Groq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(AI Chatbot)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51206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51206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LocalStorage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(Cache + Favorites)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292608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4023360"/>
            <a:ext cx="9144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4023360"/>
            <a:ext cx="9144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457200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Data flows through a centralized API Service with a 3-layer strategy: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Fresh Cache &gt; API Call &gt; Stale Cache Fallback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FUTBOLIO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DEPI Final Project 2025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676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9144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Frontend Framework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React 19 + Vite 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847088"/>
            <a:ext cx="9144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47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Routing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8470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React Router v7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322576"/>
            <a:ext cx="91440" cy="32004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3225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HTTP Client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32257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Axios (with custom interceptors)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91440" cy="32004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7980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Football 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7980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API-Sports (api-football.com)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273552"/>
            <a:ext cx="91440" cy="3200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273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AI / Chatbot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2735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Groq Cloud API (LLaMA 3.3 70B)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749040"/>
            <a:ext cx="914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Data Visualization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Recharts (Radar, Area, Bar charts)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224528"/>
            <a:ext cx="9144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2245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Styling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42245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Custom CSS + Bootstrap Grid + CSS Variables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4700016"/>
            <a:ext cx="914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7000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State Management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470001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React Context API (Favorites)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5175504"/>
            <a:ext cx="91440" cy="32004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51755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Caching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0" y="51755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LocalStorage with TTL-based expiry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" y="5650992"/>
            <a:ext cx="9144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5650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Build Tool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0" y="56509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Vite (HMR, ESBuild, optimized bundles)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FUTBOLIO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DEPI Final Project 2025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676"/>
                </a:solidFill>
              </a:rPr>
              <a:t>Core Pages (1/2)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</a:rPr>
              <a:t>Home Page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Hero section with live date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Top matches carousel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Featured leagues grid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Clickable team logos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Status badges (LIVE, FT, NS)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Matches Page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1965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Full match schedule by date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Date picker navigation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Filter by league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Live score indicators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Click to view match details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Match Details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0" y="1965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Full match stats comparison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Event timeline (goals, cards)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Head-to-head history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Line-ups and formations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Real-time score updates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69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Leagues List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5262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- 25+ leagues &amp; competitions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Beautiful card grid layout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Organized: Top 7 + Explore More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Quick navigation to any league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4069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</a:rPr>
              <a:t>League Page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45262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League standings table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Top scorers &amp; assists tables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Recent &amp; upcoming fixtures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Team navigation from table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4069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Search Page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0" y="45262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Dual search: Teams + Players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Real-time API search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Result cards with navigation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Fallback demo results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FUTBOLIO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DEPI Final Project 2025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676"/>
                </a:solidFill>
              </a:rPr>
              <a:t>Core Pages (2/2)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</a:rPr>
              <a:t>Team Profile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Team info &amp; venue details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Win/Draw/Loss record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Squad list with player links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Goals by time interval chart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Formation &amp; clean sheets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Player Profile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1965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Full player biography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Season statistics breakdown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Radar chart (skills overview)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Career performance area chart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Rating and position details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Compare Page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0" y="1965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Side-by-side team comparison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Select any two teams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Stats comparison bars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Visual percentage breakdown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Head-to-head recent matches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4069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Favorites Page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60320" y="45262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Save favorite teams/players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Persistent via LocalStorage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Quick access to saved items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Toggle favorite with one click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Separate tabs for categories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4069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</a:rPr>
              <a:t>AI Chatbot (Global)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45262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Floating button on all pages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Football-exclusive knowledge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Arabic + English support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Powered by Groq LLaMA 3.3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- Knows the developer team!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FUTBOLIO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DEPI Final Project 2025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676"/>
                </a:solidFill>
              </a:rPr>
              <a:t>Data Visualization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We used Recharts to build interactive, responsive charts that give deep insights into team &amp; player performance.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</a:rPr>
              <a:t>Area Chart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Goals by 15-minute interval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Shows team scoring patterns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across different halves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Radar Chart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6974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Player skill comparison: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Pace, Shooting, Passing,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Dribbling, Defending, Physical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Bar Chart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6974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Win/Draw/Loss distribution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Home vs Away performance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Comparison stats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676"/>
                </a:solidFill>
              </a:rPr>
              <a:t>Key Design Decisions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Responsive containers that adapt to any screen size using ResponsiveContainer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Custom color palette matching the site's dark theme (green accent on dark navy)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Tooltips and hover effects for interactive data exploration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Gradient fills on area charts for modern aesthetic appeal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FUTBOLIO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DEPI Final Project 2025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676"/>
                </a:solidFill>
              </a:rPr>
              <a:t>Futbolio AI - Chatbot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E676"/>
                </a:solidFill>
              </a:rPr>
              <a:t>How it Works: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1. User types a question in the chat window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2. Message is sent to Groq Cloud API via fetch()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3. LLaMA 3.3 70B processes with a System Prompt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4. Response is streamed back in under 1 second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E676"/>
                </a:solidFill>
              </a:rPr>
              <a:t>System Prompt Rules: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- ONLY answers football-related questions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- Politely declines non-football topics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- Supports Arabic + English fluently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- Knows the developer team names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- No emojis, professional tone
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4572000" cy="47548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905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371600"/>
            <a:ext cx="4572000" cy="6400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0" y="13716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Futbolio AI  |  Football Expert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0" y="228600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00E676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Who is the top scorer in WC 2022?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0" y="310896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0" y="31089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Kylian Mbappe is the top scorer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of FIFA World Cup 2022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8 goals for France.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0" y="429768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00E676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4297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How to make a cake?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512064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51206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Sorry, I can only help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football-related questions!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FUTBOLIO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DEPI Final Project 2025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676"/>
                </a:solidFill>
              </a:rPr>
              <a:t>Challenges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CHALLENGE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API Rate Limits &amp; Account Suspension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The API-Sports free tier has strict rate limits (100 requests/day). Our account was suspended multiple times during development, leaving the entire app with no data to display.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SOLUTION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3-Layer Fallback System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1. Fresh Cache (LocalStorage with 15-min TTL)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2. Live API call (if cache expired)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3. Stale Cache fallback (returns old data if API fails)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4. Static Demo Data (hardcoded fallback as last resort)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CHALLENGE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Integrating Member's Codebase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Merging standalone components (Team &amp; Player Profiles) caused style conflicts, broken API calls, and duplicate code since they used their own API layers and CSS files.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Refactored &amp; Unified Architecture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49377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- Rewired API calls to use the central ApiService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- Created a dedicated profile.css to isolate styles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- Unified routing through App.jsx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FUTBOLIO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DEPI Final Project 2025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676"/>
                </a:solidFill>
              </a:rPr>
              <a:t>Caching &amp; Fallback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3716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User Request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256032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560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Cache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Fresh?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0" y="25603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2560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Return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Cached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8404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Call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502920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5029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Success?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Save to Cache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0" y="50292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5029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Return Stale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Cache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50292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029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Return Static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Demo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10312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2971800"/>
            <a:ext cx="1371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676"/>
                </a:solidFill>
              </a:rPr>
              <a:t>YES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338328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474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NO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457200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5440680"/>
            <a:ext cx="1371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5120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FAIL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5440680"/>
            <a:ext cx="1554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5120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NO STALE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FUTBOLIO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DEPI Final Project 2025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676"/>
                </a:solidFill>
              </a:rPr>
              <a:t>Project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029200" cy="4754880"/>
          </a:xfrm>
          <a:prstGeom prst="roundRect">
            <a:avLst>
              <a:gd name="adj" fmla="val 1923"/>
            </a:avLst>
          </a:prstGeom>
          <a:solidFill>
            <a:srgbClr val="1E293B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47548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football_stats/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components/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Chatbot.jsx       (AI chatbot)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Navbar.jsx        (Navigation bar)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Footer.jsx        (Footer)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Loader.jsx        (Loading spinner)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cards/            (Reusable cards)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pages/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HomePage.jsx      (Main landing)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MatchesPage.jsx   (All matches)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MatchDetailsPage  (Single match)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LeaguesListPage   (Leagues grid)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LeaguePage.jsx    (League detail)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TeamPage.jsx      (Team profile)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PlayerPage.jsx    (Player profile)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ComparePage.jsx   (Team compare)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SearchPage.jsx    (Search)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FavoritesPage.jsx (Saved items)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services/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apiService.js     (Axios + Cache)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cacheService.js   (LocalStorage)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footballApiService (API endpoints)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context/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FavoritesContext   (State mgmt)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08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</a:rPr>
              <a:t>Lines of 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11 Pages  |  4 Components  |  3 Services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1 Context  |  2 CSS Files  |  1 Constants 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92608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3063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Design 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520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CSS Variables for consistent theming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Dark mode with green accent palette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Responsive layout with Bootstrap grid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48056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617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</a:rPr>
              <a:t>Code Quality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5074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Modular component architecture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Separation of concerns (services/pages)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No prop drilling (Context API)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FUTBOLIO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DEPI Final Project 2025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54864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676"/>
                </a:solidFill>
              </a:rPr>
              <a:t>Meet The Team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0" y="1280160"/>
            <a:ext cx="18288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860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2560320"/>
            <a:ext cx="1371600" cy="1371600"/>
          </a:xfrm>
          <a:prstGeom prst="ellipse">
            <a:avLst/>
          </a:prstGeom>
          <a:solidFill>
            <a:srgbClr val="064E3B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560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676"/>
                </a:solidFill>
              </a:rPr>
              <a:t>OL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Omar Lokma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Lead Developer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22860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560320"/>
            <a:ext cx="1371600" cy="1371600"/>
          </a:xfrm>
          <a:prstGeom prst="ellipse">
            <a:avLst/>
          </a:prstGeom>
          <a:solidFill>
            <a:srgbClr val="064E3B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2560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676"/>
                </a:solidFill>
              </a:rPr>
              <a:t>EH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Essam Hany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Developer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2860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0" y="2560320"/>
            <a:ext cx="1371600" cy="1371600"/>
          </a:xfrm>
          <a:prstGeom prst="ellipse">
            <a:avLst/>
          </a:prstGeom>
          <a:solidFill>
            <a:srgbClr val="064E3B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560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676"/>
                </a:solidFill>
              </a:rPr>
              <a:t>YA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0080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Yousef Amer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4480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Developer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0" y="22860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38360" y="2560320"/>
            <a:ext cx="1371600" cy="1371600"/>
          </a:xfrm>
          <a:prstGeom prst="ellipse">
            <a:avLst/>
          </a:prstGeom>
          <a:solidFill>
            <a:srgbClr val="064E3B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38360" y="2560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676"/>
                </a:solidFill>
              </a:rPr>
              <a:t>BS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Basmala Shalaby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0" y="4480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Developer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FUTBOLIO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DEPI Final Project 2025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064E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E676"/>
                </a:solidFill>
              </a:rPr>
              <a:t>Thank You!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754880" y="3017520"/>
            <a:ext cx="228600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29184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8FAFC"/>
                </a:solidFill>
              </a:rPr>
              <a:t>Questions &amp; Live Demo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We're ready to show you Futbolio in action!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53035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676"/>
                </a:solidFill>
              </a:rPr>
              <a:t>Omar Lokma  |  Essam Hany  |  Yousef Amer  |  Basmala Shalaby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DEPI Final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Futbolio - Complete Project Presentation</dc:title>
  <dc:subject>PptxGenJS Presentation</dc:subject>
  <dc:creator>Futbolio Team</dc:creator>
  <cp:lastModifiedBy>Futbolio Team</cp:lastModifiedBy>
  <cp:revision>1</cp:revision>
  <dcterms:created xsi:type="dcterms:W3CDTF">2026-06-25T00:31:18Z</dcterms:created>
  <dcterms:modified xsi:type="dcterms:W3CDTF">2026-06-25T00:31:18Z</dcterms:modified>
</cp:coreProperties>
</file>